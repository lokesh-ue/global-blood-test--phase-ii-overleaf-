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Health Risk Prediction from Blood 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96C7"/>
                </a:solidFill>
              </a:defRPr>
            </a:pPr>
            <a:r>
              <a:t>Using Ensemble Machine Learning and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Submitted by: Lokesh Chamakuri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Supervisor: Prof. Dr. Raja Hashim Ali</a:t>
            </a:r>
          </a:p>
          <a:p>
            <a:pPr algn="ctr">
              <a:defRPr sz="1400">
                <a:solidFill>
                  <a:srgbClr val="ECF0F1"/>
                </a:solidFill>
              </a:defRPr>
            </a:pPr>
            <a:r>
              <a:t>University of Europe for Applied Sciences, Potsdam, 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Preventive healthcare requires early disease detection from routine blood test data.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Current systems rely on single-biomarker thresholds, missing complex multi-system interactions.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Machine learning models often lack explainability, reducing clinical trust and adoption.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Traditional models produce overconfident predictions with noisy or incomplete lab data.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There is a critical need for robust, interpretable, and uncertainty-aware health risk prediction.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This study addresses the gap by proposing an ensemble learning framework with explainable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Dataset: Global Blood Test Health Insights 2025-2026 (Kaggle)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Size: 52,000+ patient samples with 21 biomarker and demographic features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Hematological: Hemoglobin, WBC, Platelet, RBC, MCV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Metabolic: Glucose, BMI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Lipid Profile: Total Cholesterol, HDL, LDL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Inflammatory: CRP, Ferritin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Vital Signs: Systolic BP, Diastolic BP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Demographics: Age, Gender, Region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Target: High Risk (binary) and Risk Category (Low/Moderate/High/Critical)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RQ1: How does ensemble fusion of multiple feature groups improve prediction vs. single-group baselines?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RQ2: Which feature group contributes most under different clinical scenarios?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RQ3: Can cross-feature interaction modeling improve detection with conflicting evidence?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RQ4: How effectively can SHAP and LIME identify biomarkers driving risk alerts?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RQ5: How robust is the framework against noise, missing values, and outliers?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RQ6: Can uncertainty-aware scoring improve risk prioritization while maintaining recall?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RQ7: To what extent does the system improve end-to-end decision quality in clinical deployment?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Methodology - Overall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1: Data Collection and Preprocessing from Kaggle dataset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2: Feature Grouping into Hematological, Metabolic, Lipid, Inflammatory, Vital Signs, Demographics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3: Baseline Model Development (Random Forest, Logistic Regression, SVM, XGBoost, Neural Network)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4: Ensemble Fusion Strategies (Early Fusion, Late Fusion, Stacking, Weighted Voting)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5: Cross-Feature Interaction Modeling (Polynomial Expansion, Attention Mechanisms)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6: Explainability Layer (SHAP, LIME, Permutation Importance)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7: Robustness Evaluation (Gaussian Noise, Missing Values, Outliers, Adversarial Attacks)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Step 8: Uncertainty-Aware Decision Scoring for Risk Prioritization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Base Models (Feature Group Specific)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Hematological: Random Forest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Metabolic: Logistic Regression + Polynomial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Lipid: SVM with RBF Kernel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Inflammatory: XGBoost Gradient Boosting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Vital Signs: Neural Network (MLP)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Demographics: Logistic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18288" cy="47548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Fusion Strategies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Early Fusion: Concatenate all features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Late Fusion: Average predictions from base models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Stacking Fusion: Meta-learner on base outputs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Weighted Voting: Dynamic weights by validation performance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Cross-Feature Attention: Dynamic biomarker interaction weighting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Uncertainty Estimation: Confidence scores per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- Overall Model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Proposed stacking ensemble achieves highest performance across all metrics.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13.4% accuracy improvement over logistic regression baseline.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2.6% improvement over neural network baseline.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Demonstrates complementary value of multi-biomarker fusion.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371600"/>
          <a:ext cx="5943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78.6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71.2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74.7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0.923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79.8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Neural Network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93.2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90.5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Ensemble (Voting)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Proposed (Stacking)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93.7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- Feature Group Contribution by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Different biomarker groups dominate under different clinical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Hematological features lead anemia detection (89.5% F1).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Metabolic features lead diabetes risk (91.3% F1).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Lipid profiles dominate hyperlipidemia and cardiovascular screening.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Multimodal ensemble consistently outperforms all single-group models.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371600"/>
          <a:ext cx="5943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/>
                <a:gridCol w="849085"/>
                <a:gridCol w="849085"/>
                <a:gridCol w="849085"/>
                <a:gridCol w="849085"/>
                <a:gridCol w="849085"/>
                <a:gridCol w="84909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Hema.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Meta.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Lipid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Infl.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Multi.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Dominant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Anemia Detection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89.5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68.2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65.4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72.1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Hematological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Diabetes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Metabolic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Hyperlipidemia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65.8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72.0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89.2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66.3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92.1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Lipid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Inflammation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Inflammatory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Cardiovascular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76.4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93.2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Lipid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Multi-Condition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Inflammatory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- Robustness Under Data Perturbations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Proposed ensemble model maintains higher performance across all perturbation types.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Largest improvement: +36.3% under combined multi-attack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Critical for clinical deployment where lab errors and missing values are common.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Graceful degradation when feature groups become unavailable.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371600"/>
          <a:ext cx="5943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Perturbation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F1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Proposed F1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Gaussian Noise (sigma=0.15)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72.1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90.3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+25.2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Missing Values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+20.7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Outlier Injection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68.2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+28.7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Feature Scaling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+17.3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Adversarial Perturbation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+33.8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Combined Multi-Attack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+36.3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- Explainability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Integrated SHAP + LIME approach achieves highest fidelity (0.96) and stability (0.91).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Top risk cues: Age &gt; 65, Glucose &gt; 126 mg/dL, Systolic BP &gt; 140, LDL &gt; 160 mg/dL.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58ms per explanation — suitable for real-time clinical decision support.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Aligns with established clinical knowledge, increasing provider trust.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371600"/>
          <a:ext cx="5943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Fidelity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Sparsity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Stability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LIME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Permutation Importance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Attention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Grad-CAM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Proposed Integrated XAI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- Uncertainty-Aware Decision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Proposed approach achieves best calibration (ECE = 0.018) and selective prediction (AURC = 0.058).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Critical Risk tier: 420 patients, 94.8% precision — immediate specialist referral.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High Risk tier: 680 patients, 79.7% precision — urgent follow-up within 48 hours.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Enables safer selective prediction for clinical resource allocation.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37160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Macro-F1 (%)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AURC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Fixed Threshold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0.068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0.112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Confidence-Only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Proposed Uncertainty-Aware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Ensemble fusion of multiple biomarker groups significantly outperforms single-group baselines.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Adaptive ensemble reasoning is essential — different features dominate different conditions.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Cross-feature interaction modeling captures complex biomarker relationships missed by simple concatenation.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Explainability (SHAP + LIME) provides clinicians with trustworthy, interpretable evidence.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Strong robustness against realistic perturbations ensures reliable clinical deployment.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Uncertainty-aware scoring enables safer selective prediction and efficient resource allocation.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The framework achieves a balanced profile across accuracy, robustness, interpretability, and usability.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Incorporate temporal blood test data for longitudinal health risk tracking.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Integrate with Electronic Health Record (EHR) systems for continuous monitoring.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Expand to genetic markers, microbiome data, and medical imaging features.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Develop personalized risk thresholds based on demographic subgroups.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Investigate federated learning for multi-institutional collaboration with privacy preservation.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Deploy as a real-time clinical decision support system in hospital settings.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Proposed ensemble learning framework integrates hematological, metabolic, lipid, inflammatory, and vital sign biomarkers.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Achieves 95.8% accuracy and 0.987 ROC-AUC on Global Blood Test dataset.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Outperforms single-feature-group baselines by up to 13.4% in accuracy.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SHAP + LIME explainability provides clinicians with interpretable risk evidence.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Strong robustness (17-36% improvement) against noise, missing values, and adversarial attacks.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Uncertainty-aware scoring improves calibration and enables safer clinical triage.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The framework advances reliable, interpretable, and deployable health risk prediction.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Rajkomar et al. (2019). Machine Learning in Medicine. NEJM.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Lundberg &amp; Lee (2017). A Unified Approach to Interpreting Model Predictions. NeurIPS.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Ribeiro et al. (2016). Why Should I Trust You? KDD.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Chen &amp; Guestrin (2016). XGBoost: A Scalable Tree Boosting System. KDD.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Breiman (2001). Random Forests. Machine Learning.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Guo et al. (2017). On Calibration of Modern Neural Networks. ICML.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Mienye et al. (2024). Survey of XAI in Healthcare. Informatics in Medicine Unlocked.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Schindele et al. (2025). Interpretable ML for Cancer Prediction. European Journal of Radiology.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Zhang et al. (2024). Tree-based Ensemble ML for ARDS Prediction. Journal of Translational Medicine.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Hong et al. (2022). XGBoost vs Random Forest for COVID-19. Frontiers in Cellular and Infection Microbiology.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